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>
        <p:scale>
          <a:sx n="150" d="100"/>
          <a:sy n="150" d="100"/>
        </p:scale>
        <p:origin x="-3000" y="-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B6CD-F3CA-27C2-E1D1-8BA6E8C41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2F027-020A-D033-D79D-FF658C976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E5384-19FE-0111-08F9-9F3E0014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4B501-F3C1-49B5-C4B2-0B208F496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26C3-82E1-BC80-C31F-3368971F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2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BC9C-C55D-2CC2-0986-B3EBE06D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59E12-CCD4-6790-ED08-217AEF0B2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11100-7CCC-3AD1-F6DF-60866CB0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2C5C1-4939-AC66-D9D8-799EAA4C3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AADB-8198-5CDA-5774-F148360A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5AB8-7886-BCDF-41A7-0864DAB40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0102D-3892-1382-0CCF-76B7D8940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15731-6B54-56AA-D283-BCAE70B3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F61C2-195D-988F-58F7-1802FAAC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F4C5B-D43F-1552-D2B4-E2F36D265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0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187B-7B0E-C510-8432-D0FBB258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080F1-C9EC-A46B-4DD5-9F4987686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DFEE3-50E3-BBD6-0605-9ED50B99D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6C58E-BE7F-157B-ACD4-BD44AFC9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8E43E-88F7-4197-8D89-11D8125B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D6C95-CFB4-4B5A-C3C7-1FD069BB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62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E2847-BA1A-E7C4-0D85-9558332F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C7424-EC1E-B29B-FA9E-F422B8892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0442A-B9E2-F162-34AD-3F95E583C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D0843-F5B4-C5A9-3623-6C5A507E4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ABC23-D12B-BCB7-E9B0-AE378F2B6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3D0F20-69E8-D522-3F8C-28F0AC10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223556-6654-31CC-3C9A-52ADC3F6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B0448B-93A6-9D4E-96E0-454314E1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2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E50D-6E0E-DBD0-9E70-150F485DF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EFA94-BFD5-3827-A06B-E2D0767A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D6016-73B4-3ACB-2FA5-741F961F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1B74B-3B88-A9F8-89F8-A3764606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4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688EC-1A38-24A2-B4F4-E820E360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3A541C-CF74-EF3A-CA31-32DDE10A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B497A-E3F1-05BB-91EC-D499B99F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76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043-7DC4-095B-CC42-396CF2DA0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6B0D9-DB08-4515-DCB1-2E57B07E7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0C7B3-A420-6D7D-9BBC-9A2D5B13B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C14DE-192C-3563-3D1D-55A045CA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2FF89-201E-0F46-06AF-35F46D89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5B53F-8D94-370D-5063-B331B5C5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66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49AC-447F-74C9-9515-66B888E92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3548F5-1EBC-F29F-5989-3A64B1E94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2DD58-7C07-CE86-D052-A818DF220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00FB3-779D-0916-DC7B-5711A2A5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620CC-09CA-A694-6455-9ADCFCD1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F3300-D8D3-0CEB-29D3-53AB2051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5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69C3-2209-69A2-64CE-0DA2CCD4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18E5D-F9C4-6B5C-1573-47CA2D8A0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6D835-B3A1-3390-CAA1-8697FED9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4ACFF-8B79-AF41-C769-FCCBA89C0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9EE33-FFF6-A535-3197-09BCED04F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3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5B3D9-F6C6-DFDD-C369-3BC45E546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3597E-D54A-2845-7116-C3B85CEE0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DBA96-747F-7C70-E70D-7241161EF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3DE75-1833-9AE5-C0DF-422BB4E2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AF02A-6B65-FD72-44CF-2279FF35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2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59CA03-1EF2-AA7F-FA38-0CE361957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7BEB5-45D2-476D-2461-7C53DB434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B0DEF-2496-4FCB-1A0B-DC5B43EDE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3F996-BEAB-4A50-B893-F6361686CE41}" type="datetimeFigureOut">
              <a:rPr lang="en-US" smtClean="0"/>
              <a:t>1/12/2026(Mon)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261EE-0672-4321-3C90-E1D652029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29592-2A60-36B1-9B65-2684AACBE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80462-778A-4598-BBDD-6D4F5E02E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2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B50D949-625C-4E9C-92A9-DA3323B7C8E1}"/>
              </a:ext>
            </a:extLst>
          </p:cNvPr>
          <p:cNvGrpSpPr/>
          <p:nvPr/>
        </p:nvGrpSpPr>
        <p:grpSpPr>
          <a:xfrm>
            <a:off x="3952875" y="1254642"/>
            <a:ext cx="3757994" cy="3584121"/>
            <a:chOff x="3952875" y="1254642"/>
            <a:chExt cx="3757994" cy="358412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4136934-B4E5-5FFE-AD91-C2225AF6CF56}"/>
                </a:ext>
              </a:extLst>
            </p:cNvPr>
            <p:cNvGrpSpPr/>
            <p:nvPr/>
          </p:nvGrpSpPr>
          <p:grpSpPr>
            <a:xfrm>
              <a:off x="3952875" y="1254642"/>
              <a:ext cx="3757994" cy="3584121"/>
              <a:chOff x="3971925" y="1254642"/>
              <a:chExt cx="3757994" cy="3584121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E0DA6EB-D77E-FA1F-604F-AAEE44F6282B}"/>
                  </a:ext>
                </a:extLst>
              </p:cNvPr>
              <p:cNvGrpSpPr/>
              <p:nvPr/>
            </p:nvGrpSpPr>
            <p:grpSpPr>
              <a:xfrm>
                <a:off x="3971925" y="1254642"/>
                <a:ext cx="3757994" cy="3584121"/>
                <a:chOff x="3971925" y="1254642"/>
                <a:chExt cx="3757994" cy="3584121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0FCE192F-7F13-DF25-1D9F-7DBFA59571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1925" y="1254642"/>
                  <a:ext cx="3757994" cy="3584121"/>
                </a:xfrm>
                <a:prstGeom prst="rect">
                  <a:avLst/>
                </a:prstGeom>
              </p:spPr>
            </p:pic>
            <p:sp>
              <p:nvSpPr>
                <p:cNvPr id="8" name="Arc 7">
                  <a:extLst>
                    <a:ext uri="{FF2B5EF4-FFF2-40B4-BE49-F238E27FC236}">
                      <a16:creationId xmlns:a16="http://schemas.microsoft.com/office/drawing/2014/main" id="{A735208D-88BD-6B24-F700-3A2726AC82D8}"/>
                    </a:ext>
                  </a:extLst>
                </p:cNvPr>
                <p:cNvSpPr/>
                <p:nvPr/>
              </p:nvSpPr>
              <p:spPr>
                <a:xfrm>
                  <a:off x="4351248" y="1554410"/>
                  <a:ext cx="3091544" cy="2936729"/>
                </a:xfrm>
                <a:prstGeom prst="arc">
                  <a:avLst>
                    <a:gd name="adj1" fmla="val 11010182"/>
                    <a:gd name="adj2" fmla="val 21382214"/>
                  </a:avLst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3111C020-C47C-53C3-C35C-519094D54F0D}"/>
                    </a:ext>
                  </a:extLst>
                </p:cNvPr>
                <p:cNvCxnSpPr>
                  <a:cxnSpLocks/>
                  <a:stCxn id="8" idx="0"/>
                  <a:endCxn id="8" idx="2"/>
                </p:cNvCxnSpPr>
                <p:nvPr/>
              </p:nvCxnSpPr>
              <p:spPr>
                <a:xfrm flipV="1">
                  <a:off x="4354448" y="2924934"/>
                  <a:ext cx="3084909" cy="34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7589043-4265-B01B-5A6F-D24972D100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28392" y="1493409"/>
                  <a:ext cx="267608" cy="6282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D41718E2-54E7-B730-C9F7-888D4A859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47444" y="1559173"/>
                  <a:ext cx="248556" cy="58064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EAAE739-280A-FEA2-0AA5-5C415CE4EA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58214" y="2853182"/>
                  <a:ext cx="270362" cy="70204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9810EB03-6B73-4A6B-C6FC-1E929D97ED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58214" y="2923902"/>
                  <a:ext cx="270362" cy="849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E785CC18-EA51-3079-A36A-7612BE7831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72255" y="1370847"/>
                      <a:ext cx="29604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E785CC18-EA51-3079-A36A-7612BE7831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72255" y="1370847"/>
                      <a:ext cx="296042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18367" r="-612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962CC888-5975-98B3-44F4-1BFF04BF29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0276" y="2611285"/>
                      <a:ext cx="2728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962CC888-5975-98B3-44F4-1BFF04BF29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0276" y="2611285"/>
                      <a:ext cx="272831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2727" r="-11364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DCC0E8D-E2ED-CAC3-CF83-0F914542844A}"/>
                      </a:ext>
                    </a:extLst>
                  </p:cNvPr>
                  <p:cNvSpPr txBox="1"/>
                  <p:nvPr/>
                </p:nvSpPr>
                <p:spPr>
                  <a:xfrm>
                    <a:off x="7339009" y="3000570"/>
                    <a:ext cx="20069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2DCC0E8D-E2ED-CAC3-CF83-0F91454284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9009" y="3000570"/>
                    <a:ext cx="200696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0303" r="-2424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60C0DB54-ECC7-268F-B811-BAA710E101AD}"/>
                      </a:ext>
                    </a:extLst>
                  </p:cNvPr>
                  <p:cNvSpPr txBox="1"/>
                  <p:nvPr/>
                </p:nvSpPr>
                <p:spPr>
                  <a:xfrm>
                    <a:off x="4164338" y="3046702"/>
                    <a:ext cx="3738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60C0DB54-ECC7-268F-B811-BAA710E101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4338" y="3046702"/>
                    <a:ext cx="373820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279" r="-1475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2D52D190-590E-476E-1537-77CBE2502C47}"/>
                      </a:ext>
                    </a:extLst>
                  </p:cNvPr>
                  <p:cNvSpPr txBox="1"/>
                  <p:nvPr/>
                </p:nvSpPr>
                <p:spPr>
                  <a:xfrm>
                    <a:off x="6739373" y="1948948"/>
                    <a:ext cx="214866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2D52D190-590E-476E-1537-77CBE2502C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9373" y="1948948"/>
                    <a:ext cx="214866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1111" r="-2778"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DCB7F3D4-7BA6-CD88-74FD-E5E36EE51EBC}"/>
                      </a:ext>
                    </a:extLst>
                  </p:cNvPr>
                  <p:cNvSpPr txBox="1"/>
                  <p:nvPr/>
                </p:nvSpPr>
                <p:spPr>
                  <a:xfrm>
                    <a:off x="4884298" y="1947081"/>
                    <a:ext cx="21903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DCB7F3D4-7BA6-CD88-74FD-E5E36EE51E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84298" y="1947081"/>
                    <a:ext cx="219034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1111" r="-5556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DBFA87FD-CA64-7DAB-2D97-CE5DF4ED11B5}"/>
                      </a:ext>
                    </a:extLst>
                  </p:cNvPr>
                  <p:cNvSpPr txBox="1"/>
                  <p:nvPr/>
                </p:nvSpPr>
                <p:spPr>
                  <a:xfrm>
                    <a:off x="4821267" y="3571242"/>
                    <a:ext cx="28206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DBFA87FD-CA64-7DAB-2D97-CE5DF4ED11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21267" y="3571242"/>
                    <a:ext cx="282065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3043" r="-869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560EC9D-5A9C-1194-A0A3-F5A7C4D4AB0E}"/>
                      </a:ext>
                    </a:extLst>
                  </p:cNvPr>
                  <p:cNvSpPr txBox="1"/>
                  <p:nvPr/>
                </p:nvSpPr>
                <p:spPr>
                  <a:xfrm>
                    <a:off x="6527264" y="3690754"/>
                    <a:ext cx="28206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560EC9D-5A9C-1194-A0A3-F5A7C4D4AB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7264" y="3690754"/>
                    <a:ext cx="28206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3043" r="-8696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675B900-76C0-86FC-EE20-6612A17D2DB9}"/>
                </a:ext>
              </a:extLst>
            </p:cNvPr>
            <p:cNvSpPr/>
            <p:nvPr/>
          </p:nvSpPr>
          <p:spPr>
            <a:xfrm>
              <a:off x="4771799" y="1993458"/>
              <a:ext cx="355600" cy="3556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84AAC71-B5D0-6EC8-E87E-B0F15644BA90}"/>
                </a:ext>
              </a:extLst>
            </p:cNvPr>
            <p:cNvSpPr/>
            <p:nvPr/>
          </p:nvSpPr>
          <p:spPr>
            <a:xfrm>
              <a:off x="6641465" y="1996016"/>
              <a:ext cx="355600" cy="3556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F5E9534-E3AC-0D22-42A4-10193501831E}"/>
                    </a:ext>
                  </a:extLst>
                </p:cNvPr>
                <p:cNvSpPr txBox="1"/>
                <p:nvPr/>
              </p:nvSpPr>
              <p:spPr>
                <a:xfrm>
                  <a:off x="4935138" y="2339752"/>
                  <a:ext cx="29828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F5E9534-E3AC-0D22-42A4-101935018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5138" y="2339752"/>
                  <a:ext cx="298287" cy="215444"/>
                </a:xfrm>
                <a:prstGeom prst="rect">
                  <a:avLst/>
                </a:prstGeom>
                <a:blipFill>
                  <a:blip r:embed="rId11"/>
                  <a:stretch>
                    <a:fillRect l="-14286" r="-204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D23FFC6-CDFD-F812-78E0-A768E45B8BD2}"/>
                    </a:ext>
                  </a:extLst>
                </p:cNvPr>
                <p:cNvSpPr txBox="1"/>
                <p:nvPr/>
              </p:nvSpPr>
              <p:spPr>
                <a:xfrm>
                  <a:off x="6529469" y="2257619"/>
                  <a:ext cx="29828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D23FFC6-CDFD-F812-78E0-A768E45B8B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9469" y="2257619"/>
                  <a:ext cx="298287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14286" r="-2041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8681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Uisang.Hwang</dc:creator>
  <cp:lastModifiedBy>Uisang.Hwang</cp:lastModifiedBy>
  <cp:revision>5</cp:revision>
  <dcterms:created xsi:type="dcterms:W3CDTF">2026-01-12T22:01:50Z</dcterms:created>
  <dcterms:modified xsi:type="dcterms:W3CDTF">2026-01-13T00:27:31Z</dcterms:modified>
</cp:coreProperties>
</file>