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>
        <p:scale>
          <a:sx n="100" d="100"/>
          <a:sy n="100" d="100"/>
        </p:scale>
        <p:origin x="-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4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5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2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88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2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3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2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6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6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9A6A2-E526-4C10-83FD-77237AFE63F5}" type="datetimeFigureOut">
              <a:rPr lang="en-US" smtClean="0"/>
              <a:t>1/15/2026(Thu)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88896-F6DA-46CB-A412-9D18A5869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0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EA629759-BDA4-4891-1E26-6C33DED8087B}"/>
              </a:ext>
            </a:extLst>
          </p:cNvPr>
          <p:cNvGrpSpPr/>
          <p:nvPr/>
        </p:nvGrpSpPr>
        <p:grpSpPr>
          <a:xfrm>
            <a:off x="1215736" y="571500"/>
            <a:ext cx="3676627" cy="2971800"/>
            <a:chOff x="1215736" y="571500"/>
            <a:chExt cx="3676627" cy="297180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95B6C69-0BD9-7D2D-0444-E8AC9E419C7F}"/>
                </a:ext>
              </a:extLst>
            </p:cNvPr>
            <p:cNvGrpSpPr/>
            <p:nvPr/>
          </p:nvGrpSpPr>
          <p:grpSpPr>
            <a:xfrm>
              <a:off x="1215736" y="571500"/>
              <a:ext cx="3676627" cy="2971800"/>
              <a:chOff x="1215736" y="571500"/>
              <a:chExt cx="3676627" cy="2971800"/>
            </a:xfrm>
          </p:grpSpPr>
          <p:sp>
            <p:nvSpPr>
              <p:cNvPr id="5" name="Flowchart: Delay 4">
                <a:extLst>
                  <a:ext uri="{FF2B5EF4-FFF2-40B4-BE49-F238E27FC236}">
                    <a16:creationId xmlns:a16="http://schemas.microsoft.com/office/drawing/2014/main" id="{C737D4A9-E188-05C8-8C52-CC0BC341B512}"/>
                  </a:ext>
                </a:extLst>
              </p:cNvPr>
              <p:cNvSpPr/>
              <p:nvPr/>
            </p:nvSpPr>
            <p:spPr>
              <a:xfrm rot="10800000">
                <a:off x="1776845" y="1028699"/>
                <a:ext cx="2379518" cy="2119746"/>
              </a:xfrm>
              <a:prstGeom prst="flowChartDelay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A9EC469-936E-D9E2-38A4-F0BE726C1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736" y="2088573"/>
                <a:ext cx="335626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67A8533-B313-1581-4F90-024603393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6327" y="571500"/>
                <a:ext cx="0" cy="2971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859FBA37-6B1F-B729-A8AB-3715CFC60FF5}"/>
                  </a:ext>
                </a:extLst>
              </p:cNvPr>
              <p:cNvCxnSpPr/>
              <p:nvPr/>
            </p:nvCxnSpPr>
            <p:spPr>
              <a:xfrm flipH="1" flipV="1">
                <a:off x="2047009" y="1433945"/>
                <a:ext cx="779318" cy="654626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B14761E-59B7-9D0C-57B2-F5900E8037BC}"/>
                      </a:ext>
                    </a:extLst>
                  </p:cNvPr>
                  <p:cNvSpPr txBox="1"/>
                  <p:nvPr/>
                </p:nvSpPr>
                <p:spPr>
                  <a:xfrm>
                    <a:off x="1898988" y="954322"/>
                    <a:ext cx="29604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B14761E-59B7-9D0C-57B2-F5900E8037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8988" y="954322"/>
                    <a:ext cx="296042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0833" r="-833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8FC19D5-605F-7B08-9FB1-5141D787B35B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767" y="1484259"/>
                    <a:ext cx="20069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8FC19D5-605F-7B08-9FB1-5141D787B3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767" y="1484259"/>
                    <a:ext cx="20069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1250" r="-28125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CD61331-395B-8AAD-801B-CBEC884DFC3E}"/>
                      </a:ext>
                    </a:extLst>
                  </p:cNvPr>
                  <p:cNvSpPr txBox="1"/>
                  <p:nvPr/>
                </p:nvSpPr>
                <p:spPr>
                  <a:xfrm>
                    <a:off x="3309604" y="692771"/>
                    <a:ext cx="30219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CD61331-395B-8AAD-801B-CBEC884DFC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9604" y="692771"/>
                    <a:ext cx="302199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408" r="-816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034872E-6D5D-87B5-F41C-54948C258AA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324" y="3207373"/>
                    <a:ext cx="30219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034872E-6D5D-87B5-F41C-54948C258A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324" y="3207373"/>
                    <a:ext cx="30219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00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F1C66914-9718-6B61-E2C4-BEC18745C4D0}"/>
                      </a:ext>
                    </a:extLst>
                  </p:cNvPr>
                  <p:cNvSpPr txBox="1"/>
                  <p:nvPr/>
                </p:nvSpPr>
                <p:spPr>
                  <a:xfrm>
                    <a:off x="4216160" y="1605532"/>
                    <a:ext cx="27283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F1C66914-9718-6B61-E2C4-BEC18745C4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6160" y="1605532"/>
                    <a:ext cx="27283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2727" r="-1136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Multiplication Sign 22">
                <a:extLst>
                  <a:ext uri="{FF2B5EF4-FFF2-40B4-BE49-F238E27FC236}">
                    <a16:creationId xmlns:a16="http://schemas.microsoft.com/office/drawing/2014/main" id="{E9C2D605-5F46-5682-37BA-AC10547045CF}"/>
                  </a:ext>
                </a:extLst>
              </p:cNvPr>
              <p:cNvSpPr/>
              <p:nvPr/>
            </p:nvSpPr>
            <p:spPr>
              <a:xfrm>
                <a:off x="3309603" y="1958684"/>
                <a:ext cx="296041" cy="259773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919067-28C7-B4AA-63D3-D685BA26E21A}"/>
                  </a:ext>
                </a:extLst>
              </p:cNvPr>
              <p:cNvSpPr txBox="1"/>
              <p:nvPr/>
            </p:nvSpPr>
            <p:spPr>
              <a:xfrm>
                <a:off x="3410005" y="2138885"/>
                <a:ext cx="123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A533B06-DEB1-EBE1-72D2-CDCAACF27F26}"/>
                      </a:ext>
                    </a:extLst>
                  </p:cNvPr>
                  <p:cNvSpPr txBox="1"/>
                  <p:nvPr/>
                </p:nvSpPr>
                <p:spPr>
                  <a:xfrm>
                    <a:off x="4214165" y="872970"/>
                    <a:ext cx="67819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𝑖𝑅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A533B06-DEB1-EBE1-72D2-CDCAACF27F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4165" y="872970"/>
                    <a:ext cx="67819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036" r="-7143" b="-217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AB4636C-0216-1E9F-0C58-2CEBA24A2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166082" y="3001335"/>
                    <a:ext cx="67819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𝑖𝑅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AB4636C-0216-1E9F-0C58-2CEBA24A29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6082" y="3001335"/>
                    <a:ext cx="67819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036" r="-7143" b="-217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9D56B47E-5B61-ABD6-B05C-2CF7519F8D3B}"/>
                  </a:ext>
                </a:extLst>
              </p:cNvPr>
              <p:cNvSpPr/>
              <p:nvPr/>
            </p:nvSpPr>
            <p:spPr>
              <a:xfrm rot="16200000">
                <a:off x="4049838" y="2528309"/>
                <a:ext cx="215128" cy="207818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F11550BA-6AE8-6B0D-25E1-55BCD1FD3EDA}"/>
                  </a:ext>
                </a:extLst>
              </p:cNvPr>
              <p:cNvSpPr/>
              <p:nvPr/>
            </p:nvSpPr>
            <p:spPr>
              <a:xfrm rot="16200000">
                <a:off x="4048799" y="1356871"/>
                <a:ext cx="215128" cy="207818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EF47D85A-6AB8-5398-8458-EBE0A29DA3BE}"/>
                  </a:ext>
                </a:extLst>
              </p:cNvPr>
              <p:cNvSpPr/>
              <p:nvPr/>
            </p:nvSpPr>
            <p:spPr>
              <a:xfrm rot="10800000">
                <a:off x="3645522" y="924789"/>
                <a:ext cx="215128" cy="207818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row: Right 30">
                <a:extLst>
                  <a:ext uri="{FF2B5EF4-FFF2-40B4-BE49-F238E27FC236}">
                    <a16:creationId xmlns:a16="http://schemas.microsoft.com/office/drawing/2014/main" id="{9C921804-B7FE-486E-0939-A02A001F097B}"/>
                  </a:ext>
                </a:extLst>
              </p:cNvPr>
              <p:cNvSpPr/>
              <p:nvPr/>
            </p:nvSpPr>
            <p:spPr>
              <a:xfrm>
                <a:off x="3583110" y="3042252"/>
                <a:ext cx="215128" cy="207818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1DC47D01-A9A1-C464-B68E-7CAEAA7F7FD8}"/>
                  </a:ext>
                </a:extLst>
              </p:cNvPr>
              <p:cNvSpPr/>
              <p:nvPr/>
            </p:nvSpPr>
            <p:spPr>
              <a:xfrm rot="5400000">
                <a:off x="1681426" y="1984661"/>
                <a:ext cx="215128" cy="207818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3CCB9-012D-DB65-DE40-089524F32FE9}"/>
                    </a:ext>
                  </a:extLst>
                </p:cNvPr>
                <p:cNvSpPr txBox="1"/>
                <p:nvPr/>
              </p:nvSpPr>
              <p:spPr>
                <a:xfrm>
                  <a:off x="3014627" y="1167758"/>
                  <a:ext cx="84952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𝑖𝑅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523CCB9-012D-DB65-DE40-089524F32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4627" y="1167758"/>
                  <a:ext cx="849528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2878" r="-3597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04718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17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Uisang.Hwang</dc:creator>
  <cp:lastModifiedBy>Uisang.Hwang</cp:lastModifiedBy>
  <cp:revision>3</cp:revision>
  <dcterms:created xsi:type="dcterms:W3CDTF">2026-01-15T18:27:51Z</dcterms:created>
  <dcterms:modified xsi:type="dcterms:W3CDTF">2026-01-15T18:49:56Z</dcterms:modified>
</cp:coreProperties>
</file>